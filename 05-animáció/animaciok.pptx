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220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Reference/Properties/transitio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Reference/Properties/animatio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Window/requestAnimationFram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60562"/>
          </a:xfrm>
        </p:spPr>
        <p:txBody>
          <a:bodyPr>
            <a:normAutofit/>
          </a:bodyPr>
          <a:lstStyle/>
          <a:p>
            <a:r>
              <a:rPr sz="4800" b="1" dirty="0" err="1">
                <a:latin typeface="Verdana" panose="020B0604030504040204" pitchFamily="34" charset="0"/>
                <a:ea typeface="Verdana" panose="020B0604030504040204" pitchFamily="34" charset="0"/>
              </a:rPr>
              <a:t>Animációk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(HTML, CSS, 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29933"/>
            <a:ext cx="8229600" cy="3696230"/>
          </a:xfrm>
        </p:spPr>
        <p:txBody>
          <a:bodyPr/>
          <a:lstStyle/>
          <a:p>
            <a:pPr marL="0" indent="0">
              <a:buNone/>
            </a:pPr>
            <a:r>
              <a:rPr b="1" dirty="0" err="1">
                <a:latin typeface="Verdana" panose="020B0604030504040204" pitchFamily="34" charset="0"/>
                <a:ea typeface="Verdana" panose="020B0604030504040204" pitchFamily="34" charset="0"/>
              </a:rPr>
              <a:t>Témák</a:t>
            </a:r>
            <a:r>
              <a:rPr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0" indent="0">
              <a:buNone/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- CSS Transition</a:t>
            </a:r>
          </a:p>
          <a:p>
            <a:pPr marL="0" indent="0">
              <a:buNone/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- CSS Animation</a:t>
            </a:r>
          </a:p>
          <a:p>
            <a:pPr marL="0" indent="0">
              <a:buNone/>
            </a:pP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requestAnimationFrame</a:t>
            </a: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 (JS)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8434"/>
            <a:ext cx="8229600" cy="55377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 dirty="0">
                <a:latin typeface="Verdana" panose="020B0604030504040204" pitchFamily="34" charset="0"/>
                <a:ea typeface="Verdana" panose="020B0604030504040204" pitchFamily="34" charset="0"/>
              </a:rPr>
              <a:t>Mi </a:t>
            </a:r>
            <a:r>
              <a:rPr lang="de-DE" b="1" dirty="0" err="1">
                <a:latin typeface="Verdana" panose="020B0604030504040204" pitchFamily="34" charset="0"/>
                <a:ea typeface="Verdana" panose="020B0604030504040204" pitchFamily="34" charset="0"/>
              </a:rPr>
              <a:t>az</a:t>
            </a:r>
            <a:r>
              <a:rPr lang="de-DE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b="1" dirty="0" err="1">
                <a:latin typeface="Verdana" panose="020B0604030504040204" pitchFamily="34" charset="0"/>
                <a:ea typeface="Verdana" panose="020B0604030504040204" pitchFamily="34" charset="0"/>
              </a:rPr>
              <a:t>animáció</a:t>
            </a:r>
            <a:r>
              <a:rPr lang="de-DE" b="1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hu-H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	á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llapotváltozás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időben</a:t>
            </a:r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hu-H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hu-HU" b="1" dirty="0">
                <a:latin typeface="Verdana" panose="020B0604030504040204" pitchFamily="34" charset="0"/>
                <a:ea typeface="Verdana" panose="020B0604030504040204" pitchFamily="34" charset="0"/>
              </a:rPr>
              <a:t>Mi lehet állapot?</a:t>
            </a:r>
          </a:p>
          <a:p>
            <a:pPr marL="0" indent="0">
              <a:buNone/>
            </a:pP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	pozíció, szín, vastagság, stb.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b="1" dirty="0" err="1">
                <a:latin typeface="Verdana" panose="020B0604030504040204" pitchFamily="34" charset="0"/>
                <a:ea typeface="Verdana" panose="020B0604030504040204" pitchFamily="34" charset="0"/>
              </a:rPr>
              <a:t>Példák</a:t>
            </a:r>
            <a:endParaRPr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g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omb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i="1" dirty="0">
                <a:latin typeface="Verdana" panose="020B0604030504040204" pitchFamily="34" charset="0"/>
                <a:ea typeface="Verdana" panose="020B0604030504040204" pitchFamily="34" charset="0"/>
              </a:rPr>
              <a:t>hover</a:t>
            </a: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j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áték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karakter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mozgás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l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oading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animáció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b="1" dirty="0">
                <a:latin typeface="Verdana" panose="020B0604030504040204" pitchFamily="34" charset="0"/>
                <a:ea typeface="Verdana" panose="020B0604030504040204" pitchFamily="34" charset="0"/>
              </a:rPr>
              <a:t>CSS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5733"/>
            <a:ext cx="8229600" cy="4280430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Egyszerű</a:t>
            </a:r>
            <a:r>
              <a:rPr dirty="0"/>
              <a:t> </a:t>
            </a:r>
            <a:r>
              <a:rPr dirty="0" err="1"/>
              <a:t>állapotváltás</a:t>
            </a:r>
            <a:r>
              <a:rPr lang="hu-HU" dirty="0"/>
              <a:t> (</a:t>
            </a:r>
            <a:r>
              <a:rPr lang="hu-HU" dirty="0" err="1"/>
              <a:t>transition</a:t>
            </a:r>
            <a:r>
              <a:rPr lang="hu-HU" dirty="0"/>
              <a:t> = átmenet)</a:t>
            </a:r>
            <a:endParaRPr dirty="0"/>
          </a:p>
          <a:p>
            <a:pPr marL="0" indent="0">
              <a:spcBef>
                <a:spcPts val="1200"/>
              </a:spcBef>
              <a:buNone/>
            </a:pPr>
            <a:r>
              <a:rPr b="1" dirty="0" err="1"/>
              <a:t>Tulajdonságok</a:t>
            </a:r>
            <a:endParaRPr b="1" dirty="0"/>
          </a:p>
          <a:p>
            <a:r>
              <a:rPr dirty="0"/>
              <a:t>transition-duration</a:t>
            </a:r>
          </a:p>
          <a:p>
            <a:r>
              <a:rPr dirty="0"/>
              <a:t>easing</a:t>
            </a:r>
          </a:p>
          <a:p>
            <a:r>
              <a:rPr dirty="0"/>
              <a:t>hover </a:t>
            </a:r>
            <a:r>
              <a:rPr dirty="0" err="1"/>
              <a:t>effekt</a:t>
            </a:r>
            <a:endParaRPr lang="hu-HU" dirty="0"/>
          </a:p>
          <a:p>
            <a:pPr marL="0" indent="0">
              <a:spcBef>
                <a:spcPts val="1200"/>
              </a:spcBef>
              <a:buNone/>
            </a:pPr>
            <a:r>
              <a:rPr lang="hu-HU" dirty="0">
                <a:hlinkClick r:id="rId3"/>
              </a:rPr>
              <a:t>MDN link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>
            <a:normAutofit/>
          </a:bodyPr>
          <a:lstStyle/>
          <a:p>
            <a:r>
              <a:rPr b="1" dirty="0">
                <a:latin typeface="Verdana" panose="020B0604030504040204" pitchFamily="34" charset="0"/>
                <a:ea typeface="Verdana" panose="020B0604030504040204" pitchFamily="34" charset="0"/>
              </a:rPr>
              <a:t>CSS Animation </a:t>
            </a:r>
            <a:r>
              <a:rPr sz="3600" dirty="0">
                <a:latin typeface="Verdana" panose="020B0604030504040204" pitchFamily="34" charset="0"/>
                <a:ea typeface="Verdana" panose="020B0604030504040204" pitchFamily="34" charset="0"/>
              </a:rPr>
              <a:t>(@keyframes)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3400"/>
            <a:ext cx="8229600" cy="43227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 err="1">
                <a:latin typeface="Verdana" panose="020B0604030504040204" pitchFamily="34" charset="0"/>
                <a:ea typeface="Verdana" panose="020B0604030504040204" pitchFamily="34" charset="0"/>
              </a:rPr>
              <a:t>Kulcsfogalmak</a:t>
            </a:r>
            <a:endParaRPr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@keyframes</a:t>
            </a:r>
          </a:p>
          <a:p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iteration</a:t>
            </a: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irection</a:t>
            </a:r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2800" dirty="0"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hu-HU" sz="2800" i="1" dirty="0">
                <a:latin typeface="Verdana" panose="020B0604030504040204" pitchFamily="34" charset="0"/>
                <a:ea typeface="Verdana" panose="020B0604030504040204" pitchFamily="34" charset="0"/>
              </a:rPr>
              <a:t>CSS </a:t>
            </a:r>
            <a:r>
              <a:rPr lang="hu-HU" sz="2800" i="1" dirty="0" err="1">
                <a:latin typeface="Verdana" panose="020B0604030504040204" pitchFamily="34" charset="0"/>
                <a:ea typeface="Verdana" panose="020B0604030504040204" pitchFamily="34" charset="0"/>
              </a:rPr>
              <a:t>animation</a:t>
            </a:r>
            <a:r>
              <a:rPr lang="hu-HU" sz="2800" dirty="0">
                <a:latin typeface="Verdana" panose="020B0604030504040204" pitchFamily="34" charset="0"/>
                <a:ea typeface="Verdana" panose="020B0604030504040204" pitchFamily="34" charset="0"/>
              </a:rPr>
              <a:t> segítségével e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lőre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definiált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állapotok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keyframe-ek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között</a:t>
            </a:r>
            <a:r>
              <a:rPr lang="hu-HU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időben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vezérelve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folyamatos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vizuális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de-DE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átmenetet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hu-HU" sz="2800" dirty="0">
                <a:latin typeface="Verdana" panose="020B0604030504040204" pitchFamily="34" charset="0"/>
                <a:ea typeface="Verdana" panose="020B0604030504040204" pitchFamily="34" charset="0"/>
              </a:rPr>
              <a:t>hozhatunk létre </a:t>
            </a:r>
            <a:r>
              <a:rPr lang="de-DE" sz="2800" i="1" dirty="0">
                <a:latin typeface="Verdana" panose="020B0604030504040204" pitchFamily="34" charset="0"/>
                <a:ea typeface="Verdana" panose="020B0604030504040204" pitchFamily="34" charset="0"/>
              </a:rPr>
              <a:t>JavaScript </a:t>
            </a:r>
            <a:r>
              <a:rPr lang="de-DE" sz="2800" i="1" dirty="0" err="1">
                <a:latin typeface="Verdana" panose="020B0604030504040204" pitchFamily="34" charset="0"/>
                <a:ea typeface="Verdana" panose="020B0604030504040204" pitchFamily="34" charset="0"/>
              </a:rPr>
              <a:t>nélkül</a:t>
            </a:r>
            <a:r>
              <a:rPr lang="de-DE" sz="2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MDN link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617663"/>
          </a:xfrm>
        </p:spPr>
        <p:txBody>
          <a:bodyPr>
            <a:normAutofit/>
          </a:bodyPr>
          <a:lstStyle/>
          <a:p>
            <a:r>
              <a:rPr b="1" dirty="0">
                <a:latin typeface="Verdana" panose="020B0604030504040204" pitchFamily="34" charset="0"/>
                <a:ea typeface="Verdana" panose="020B0604030504040204" pitchFamily="34" charset="0"/>
              </a:rPr>
              <a:t>JavaScript </a:t>
            </a:r>
            <a:r>
              <a:rPr b="1" dirty="0" err="1">
                <a:latin typeface="Verdana" panose="020B0604030504040204" pitchFamily="34" charset="0"/>
                <a:ea typeface="Verdana" panose="020B0604030504040204" pitchFamily="34" charset="0"/>
              </a:rPr>
              <a:t>Animáció</a:t>
            </a:r>
            <a:br>
              <a:rPr lang="hu-HU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DE" sz="4000" dirty="0" err="1"/>
              <a:t>requestAnimationFrame</a:t>
            </a:r>
            <a:endParaRPr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9367"/>
            <a:ext cx="8229600" cy="4267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/>
              <a:t>A</a:t>
            </a:r>
            <a:r>
              <a:rPr lang="de-DE" sz="2400" dirty="0"/>
              <a:t> </a:t>
            </a:r>
            <a:r>
              <a:rPr lang="de-DE" sz="2400" dirty="0" err="1"/>
              <a:t>böngésző</a:t>
            </a:r>
            <a:r>
              <a:rPr lang="de-DE" sz="2400" dirty="0"/>
              <a:t> </a:t>
            </a:r>
            <a:r>
              <a:rPr lang="hu-HU" sz="2400" dirty="0"/>
              <a:t>adott időközönként </a:t>
            </a:r>
            <a:r>
              <a:rPr lang="de-DE" sz="2400" dirty="0" err="1"/>
              <a:t>frissíti</a:t>
            </a:r>
            <a:r>
              <a:rPr lang="de-DE" sz="2400" dirty="0"/>
              <a:t> </a:t>
            </a:r>
            <a:r>
              <a:rPr lang="hu-HU" sz="2400" dirty="0"/>
              <a:t>a képernyő tartalmát. A </a:t>
            </a:r>
            <a:r>
              <a:rPr lang="hu-HU" sz="2400" dirty="0" err="1"/>
              <a:t>requestAnimationFrame</a:t>
            </a:r>
            <a:r>
              <a:rPr lang="hu-HU" sz="2400" dirty="0"/>
              <a:t> segítségével minden frissítés előtt a böngésző meghívhat </a:t>
            </a:r>
            <a:r>
              <a:rPr lang="de-DE" sz="2400" dirty="0"/>
              <a:t>egy </a:t>
            </a:r>
            <a:r>
              <a:rPr lang="hu-HU" sz="2400" dirty="0"/>
              <a:t>általunk megadott </a:t>
            </a:r>
            <a:r>
              <a:rPr lang="de-DE" sz="2400" dirty="0" err="1"/>
              <a:t>függvényt</a:t>
            </a:r>
            <a:r>
              <a:rPr lang="de-DE" sz="2400" dirty="0"/>
              <a:t>, </a:t>
            </a:r>
            <a:r>
              <a:rPr lang="de-DE" sz="2400" dirty="0" err="1"/>
              <a:t>így</a:t>
            </a:r>
            <a:r>
              <a:rPr lang="de-DE" sz="2400" dirty="0"/>
              <a:t> </a:t>
            </a:r>
            <a:r>
              <a:rPr lang="de-DE" sz="2400" dirty="0" err="1"/>
              <a:t>folyamatosan</a:t>
            </a:r>
            <a:r>
              <a:rPr lang="de-DE" sz="2400" dirty="0"/>
              <a:t> </a:t>
            </a:r>
            <a:r>
              <a:rPr lang="de-DE" sz="2400" dirty="0" err="1"/>
              <a:t>és</a:t>
            </a:r>
            <a:r>
              <a:rPr lang="de-DE" sz="2400" dirty="0"/>
              <a:t> </a:t>
            </a:r>
            <a:r>
              <a:rPr lang="de-DE" sz="2400" dirty="0" err="1"/>
              <a:t>hatékonyan</a:t>
            </a:r>
            <a:r>
              <a:rPr lang="de-DE" sz="2400" dirty="0"/>
              <a:t> </a:t>
            </a:r>
            <a:r>
              <a:rPr lang="de-DE" sz="2400" dirty="0" err="1"/>
              <a:t>vezérelhetjük</a:t>
            </a:r>
            <a:r>
              <a:rPr lang="de-DE" sz="2400" dirty="0"/>
              <a:t> </a:t>
            </a:r>
            <a:r>
              <a:rPr lang="de-DE" sz="2400" dirty="0" err="1"/>
              <a:t>az</a:t>
            </a:r>
            <a:r>
              <a:rPr lang="de-DE" sz="2400" dirty="0"/>
              <a:t> </a:t>
            </a:r>
            <a:r>
              <a:rPr lang="de-DE" sz="2400" dirty="0" err="1"/>
              <a:t>animáció</a:t>
            </a:r>
            <a:r>
              <a:rPr lang="hu-HU" sz="2400" dirty="0"/>
              <a:t>in</a:t>
            </a:r>
            <a:r>
              <a:rPr lang="de-DE" sz="2400" dirty="0"/>
              <a:t>k</a:t>
            </a:r>
            <a:r>
              <a:rPr lang="hu-HU" sz="2400" dirty="0" err="1"/>
              <a:t>at</a:t>
            </a:r>
            <a:r>
              <a:rPr lang="hu-HU" sz="2400" dirty="0"/>
              <a:t>.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sz="2800" dirty="0" err="1"/>
              <a:t>Előnyök</a:t>
            </a:r>
            <a:endParaRPr sz="28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dirty="0" err="1"/>
              <a:t>teljes</a:t>
            </a:r>
            <a:r>
              <a:rPr sz="2800" dirty="0"/>
              <a:t> </a:t>
            </a:r>
            <a:r>
              <a:rPr sz="2800" dirty="0" err="1"/>
              <a:t>kontroll</a:t>
            </a:r>
            <a:endParaRPr sz="28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2800" dirty="0"/>
              <a:t>I</a:t>
            </a:r>
            <a:r>
              <a:rPr sz="2800" dirty="0" err="1"/>
              <a:t>nteraktivitás</a:t>
            </a:r>
            <a:endParaRPr lang="hu-HU" sz="2800" dirty="0"/>
          </a:p>
          <a:p>
            <a:pPr marL="0" indent="0">
              <a:spcBef>
                <a:spcPts val="1200"/>
              </a:spcBef>
              <a:buNone/>
            </a:pPr>
            <a:r>
              <a:rPr lang="hu-HU" dirty="0">
                <a:hlinkClick r:id="rId3"/>
              </a:rPr>
              <a:t>MDN link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150</Words>
  <Application>Microsoft Office PowerPoint</Application>
  <PresentationFormat>Diavetítés a képernyőre (4:3 oldalarány)</PresentationFormat>
  <Paragraphs>35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Calibri</vt:lpstr>
      <vt:lpstr>Verdana</vt:lpstr>
      <vt:lpstr>Office Theme</vt:lpstr>
      <vt:lpstr>Animációk (HTML, CSS, JS)</vt:lpstr>
      <vt:lpstr>PowerPoint-bemutató</vt:lpstr>
      <vt:lpstr>CSS Transition</vt:lpstr>
      <vt:lpstr>CSS Animation (@keyframes)</vt:lpstr>
      <vt:lpstr>JavaScript Animáció requestAnimationFrame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Gábor Németh</cp:lastModifiedBy>
  <cp:revision>6</cp:revision>
  <dcterms:created xsi:type="dcterms:W3CDTF">2013-01-27T09:14:16Z</dcterms:created>
  <dcterms:modified xsi:type="dcterms:W3CDTF">2026-03-22T15:15:05Z</dcterms:modified>
  <cp:category/>
</cp:coreProperties>
</file>